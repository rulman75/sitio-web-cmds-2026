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099"/>
    <a:srgbClr val="6B65AB"/>
    <a:srgbClr val="EB5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9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3CAF-D410-4AAD-A4FA-2EB94838F45B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C0B2A-4183-4BDD-8369-FAEB91D3DA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819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C0B2A-4183-4BDD-8369-FAEB91D3DA10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5174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3068" y="2235200"/>
            <a:ext cx="5033513" cy="2387600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rgbClr val="6B65AB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6262777"/>
            <a:ext cx="6858000" cy="310551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6B65A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12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08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5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97813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45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96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03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969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2422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3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65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D8251-6EC0-4E8B-BD43-7B099C6E079D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53F3D-92DA-423F-B904-97CB394923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917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929F5-D74F-4EB4-C5C2-9E7E4AA24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7826" y="3040811"/>
            <a:ext cx="4375318" cy="2204049"/>
          </a:xfrm>
        </p:spPr>
        <p:txBody>
          <a:bodyPr anchor="t">
            <a:normAutofit/>
          </a:bodyPr>
          <a:lstStyle/>
          <a:p>
            <a:pPr algn="l"/>
            <a:r>
              <a:rPr lang="es-ES" dirty="0">
                <a:solidFill>
                  <a:srgbClr val="016099"/>
                </a:solidFill>
              </a:rPr>
              <a:t>Título línea 1</a:t>
            </a:r>
            <a:br>
              <a:rPr lang="es-ES" dirty="0">
                <a:solidFill>
                  <a:srgbClr val="016099"/>
                </a:solidFill>
              </a:rPr>
            </a:br>
            <a:r>
              <a:rPr lang="es-ES" dirty="0">
                <a:solidFill>
                  <a:srgbClr val="016099"/>
                </a:solidFill>
              </a:rPr>
              <a:t>Título línea2</a:t>
            </a:r>
            <a:br>
              <a:rPr lang="es-ES" dirty="0">
                <a:solidFill>
                  <a:srgbClr val="016099"/>
                </a:solidFill>
              </a:rPr>
            </a:br>
            <a:r>
              <a:rPr lang="es-ES" dirty="0">
                <a:solidFill>
                  <a:srgbClr val="016099"/>
                </a:solidFill>
              </a:rPr>
              <a:t>Título línea 3</a:t>
            </a:r>
            <a:endParaRPr lang="es-CL" sz="4400" dirty="0">
              <a:solidFill>
                <a:srgbClr val="016099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80004D-54B6-8CBD-C85D-CE58F3651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900" y="6320155"/>
            <a:ext cx="3886200" cy="455549"/>
          </a:xfrm>
        </p:spPr>
        <p:txBody>
          <a:bodyPr/>
          <a:lstStyle/>
          <a:p>
            <a:r>
              <a:rPr lang="es-ES" dirty="0">
                <a:solidFill>
                  <a:srgbClr val="016099"/>
                </a:solidFill>
              </a:rPr>
              <a:t>XX-XX-2026</a:t>
            </a:r>
            <a:endParaRPr lang="es-CL" dirty="0">
              <a:solidFill>
                <a:srgbClr val="016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85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DD197CE-34E8-6908-7EB4-1FC507302C64}"/>
              </a:ext>
            </a:extLst>
          </p:cNvPr>
          <p:cNvSpPr/>
          <p:nvPr/>
        </p:nvSpPr>
        <p:spPr>
          <a:xfrm>
            <a:off x="320040" y="374904"/>
            <a:ext cx="137160" cy="731520"/>
          </a:xfrm>
          <a:prstGeom prst="rect">
            <a:avLst/>
          </a:prstGeom>
          <a:solidFill>
            <a:srgbClr val="016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0070C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35B1AF-98D3-5621-4475-4EF51E1844A2}"/>
              </a:ext>
            </a:extLst>
          </p:cNvPr>
          <p:cNvSpPr txBox="1"/>
          <p:nvPr/>
        </p:nvSpPr>
        <p:spPr>
          <a:xfrm>
            <a:off x="530352" y="374904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solidFill>
                  <a:srgbClr val="016099"/>
                </a:solidFill>
              </a:rPr>
              <a:t>Título</a:t>
            </a:r>
            <a:endParaRPr lang="es-CL" sz="4000" b="1" dirty="0">
              <a:solidFill>
                <a:srgbClr val="016099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18D201-D4E4-C0D3-098E-44D3A304079D}"/>
              </a:ext>
            </a:extLst>
          </p:cNvPr>
          <p:cNvSpPr txBox="1"/>
          <p:nvPr/>
        </p:nvSpPr>
        <p:spPr>
          <a:xfrm>
            <a:off x="320040" y="1844052"/>
            <a:ext cx="558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16099"/>
                </a:solidFill>
              </a:rPr>
              <a:t>Texto</a:t>
            </a:r>
            <a:endParaRPr lang="es-CL" dirty="0">
              <a:solidFill>
                <a:srgbClr val="016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83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516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3164</TotalTime>
  <Words>14</Words>
  <Application>Microsoft Office PowerPoint</Application>
  <PresentationFormat>Presentación en pantalla (4:3)</PresentationFormat>
  <Paragraphs>5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Título línea 1 Título línea2 Título línea 3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Ordenes</dc:creator>
  <cp:lastModifiedBy>Luis Ordenes</cp:lastModifiedBy>
  <cp:revision>12</cp:revision>
  <dcterms:created xsi:type="dcterms:W3CDTF">2026-01-06T13:54:08Z</dcterms:created>
  <dcterms:modified xsi:type="dcterms:W3CDTF">2026-04-16T19:20:20Z</dcterms:modified>
</cp:coreProperties>
</file>